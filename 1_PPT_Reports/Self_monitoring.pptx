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6"/>
  </p:notesMasterIdLst>
  <p:handoutMasterIdLst>
    <p:handoutMasterId r:id="rId7"/>
  </p:handoutMasterIdLst>
  <p:sldIdLst>
    <p:sldId id="256" r:id="rId2"/>
    <p:sldId id="502" r:id="rId3"/>
    <p:sldId id="532" r:id="rId4"/>
    <p:sldId id="533" r:id="rId5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153" autoAdjust="0"/>
  </p:normalViewPr>
  <p:slideViewPr>
    <p:cSldViewPr>
      <p:cViewPr varScale="1">
        <p:scale>
          <a:sx n="84" d="100"/>
          <a:sy n="84" d="100"/>
        </p:scale>
        <p:origin x="610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81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24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58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Self-Monitoring Navigation Agent via Auxiliary Progress Estimation</a:t>
            </a:r>
          </a:p>
          <a:p>
            <a:pPr algn="ctr"/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——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Chih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-Yao Ma,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Jiasen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Lu,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Zuxuan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Wu, Ghassan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AlRegib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,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Zsolt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Kira, Richard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Socher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,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Caiming</a:t>
            </a:r>
            <a:r>
              <a:rPr lang="en-US" altLang="zh-CN" sz="24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</a:t>
            </a:r>
            <a:r>
              <a:rPr lang="en-US" altLang="zh-CN" sz="24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Xiong</a:t>
            </a:r>
            <a:endParaRPr lang="zh-CN" altLang="en-US" sz="24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800219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0F1115"/>
                </a:solidFill>
                <a:latin typeface="quote-cjk-patch"/>
              </a:rPr>
              <a:t>问题与创新点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EE5B903-FF57-4FEB-A4B3-14516DB1567A}"/>
              </a:ext>
            </a:extLst>
          </p:cNvPr>
          <p:cNvSpPr/>
          <p:nvPr/>
        </p:nvSpPr>
        <p:spPr>
          <a:xfrm>
            <a:off x="6256549" y="3573000"/>
            <a:ext cx="5743452" cy="29518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视觉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文本协同定位模块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同时进行视觉与文本的注意力对齐（即隐状态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同时包括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的信息）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进度监控模块：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显式估计指令执行完成度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用于训练正则化与推理中的路径选择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C9C18D-4394-456B-A435-1FC2D30031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784" b="3135"/>
          <a:stretch/>
        </p:blipFill>
        <p:spPr>
          <a:xfrm>
            <a:off x="8329" y="644001"/>
            <a:ext cx="5871672" cy="27849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BDA8FE-12EB-4064-90A6-CE116A344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9" y="3424554"/>
            <a:ext cx="5600700" cy="2667000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2F56C30D-C335-4110-8E9E-64ED0076BD97}"/>
              </a:ext>
            </a:extLst>
          </p:cNvPr>
          <p:cNvSpPr/>
          <p:nvPr/>
        </p:nvSpPr>
        <p:spPr>
          <a:xfrm>
            <a:off x="6244044" y="876088"/>
            <a:ext cx="7086561" cy="21209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问题：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、现有方法缺乏对指令执行进度的显式建模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、难以判断当前执行到哪一步、下一步该执行什么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目标：让智能体具备自我监控能力，实时评估导航进度。</a:t>
            </a:r>
          </a:p>
        </p:txBody>
      </p:sp>
    </p:spTree>
    <p:extLst>
      <p:ext uri="{BB962C8B-B14F-4D97-AF65-F5344CB8AC3E}">
        <p14:creationId xmlns:p14="http://schemas.microsoft.com/office/powerpoint/2010/main" val="82041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-73468" y="556978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0F1115"/>
                </a:solidFill>
                <a:latin typeface="quote-cjk-patch"/>
              </a:rPr>
              <a:t>模型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FA6FEE-6A75-4755-ADAF-F8E96F991B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88" b="1218"/>
          <a:stretch/>
        </p:blipFill>
        <p:spPr>
          <a:xfrm>
            <a:off x="552000" y="641397"/>
            <a:ext cx="10814544" cy="45823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BB856C-76F0-4C76-B7D2-05D28A66F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19" y="5338452"/>
            <a:ext cx="5908793" cy="12269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29E2EF22-2312-47E4-9E55-2BC752EC91FB}"/>
                  </a:ext>
                </a:extLst>
              </p:cNvPr>
              <p:cNvSpPr/>
              <p:nvPr/>
            </p:nvSpPr>
            <p:spPr>
              <a:xfrm>
                <a:off x="6281429" y="5308118"/>
                <a:ext cx="5743443" cy="507831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pm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：进度的真实标签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MiSans" panose="02010600030101010101" charset="-122"/>
                </a:endParaRPr>
              </a:p>
            </p:txBody>
          </p:sp>
        </mc:Choice>
        <mc:Fallback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29E2EF22-2312-47E4-9E55-2BC752EC9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429" y="5308118"/>
                <a:ext cx="5743443" cy="507831"/>
              </a:xfrm>
              <a:prstGeom prst="rect">
                <a:avLst/>
              </a:prstGeom>
              <a:blipFill>
                <a:blip r:embed="rId5"/>
                <a:stretch>
                  <a:fillRect l="-848" b="-156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9">
                <a:extLst>
                  <a:ext uri="{FF2B5EF4-FFF2-40B4-BE49-F238E27FC236}">
                    <a16:creationId xmlns:a16="http://schemas.microsoft.com/office/drawing/2014/main" id="{DA94A202-8BC7-4D2D-8070-F9F2E4802C58}"/>
                  </a:ext>
                </a:extLst>
              </p:cNvPr>
              <p:cNvSpPr/>
              <p:nvPr/>
            </p:nvSpPr>
            <p:spPr>
              <a:xfrm>
                <a:off x="6281428" y="5741657"/>
                <a:ext cx="5743443" cy="84241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pm</m:t>
                        </m:r>
                      </m:sup>
                    </m:sSubSup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=1 − 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当前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点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到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终点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的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最短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路径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距离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起点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到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终点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的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最短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路径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距离</m:t>
                        </m:r>
                      </m:den>
                    </m:f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MiSans" panose="02010600030101010101" charset="-122"/>
                </a:endParaRPr>
              </a:p>
            </p:txBody>
          </p:sp>
        </mc:Choice>
        <mc:Fallback>
          <p:sp>
            <p:nvSpPr>
              <p:cNvPr id="33" name="Text 9">
                <a:extLst>
                  <a:ext uri="{FF2B5EF4-FFF2-40B4-BE49-F238E27FC236}">
                    <a16:creationId xmlns:a16="http://schemas.microsoft.com/office/drawing/2014/main" id="{DA94A202-8BC7-4D2D-8070-F9F2E4802C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428" y="5741657"/>
                <a:ext cx="5743443" cy="842410"/>
              </a:xfrm>
              <a:prstGeom prst="rect">
                <a:avLst/>
              </a:prstGeom>
              <a:blipFill>
                <a:blip r:embed="rId6"/>
                <a:stretch>
                  <a:fillRect l="-8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2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-73468" y="556978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0F1115"/>
                </a:solidFill>
                <a:latin typeface="quote-cjk-patch"/>
                <a:ea typeface="微软雅黑" panose="020B0503020204020204" pitchFamily="34" charset="-122"/>
                <a:cs typeface="MiSans" panose="02010600030101010101" charset="-122"/>
              </a:rPr>
              <a:t>进度监测器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8686E83-6427-4CA5-B36C-FD5B972E1E4C}"/>
              </a:ext>
            </a:extLst>
          </p:cNvPr>
          <p:cNvSpPr/>
          <p:nvPr/>
        </p:nvSpPr>
        <p:spPr>
          <a:xfrm>
            <a:off x="12039" y="650502"/>
            <a:ext cx="10082701" cy="212090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动机： 利用指令的结构性偏差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指令的词语顺序与导航的空间进程是天然对齐的。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核心思想： 智能体在指令上的注意力位置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α_t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反映任务进度。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作用：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训练时： 作为一个正则化器，强迫文本接地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α_t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必须与真实的导航进度相关。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推理时： 作为一个决策助手，用于回退或优化路径搜索。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9">
                <a:extLst>
                  <a:ext uri="{FF2B5EF4-FFF2-40B4-BE49-F238E27FC236}">
                    <a16:creationId xmlns:a16="http://schemas.microsoft.com/office/drawing/2014/main" id="{C9DE9792-C41F-4AE5-8D24-44941344B8D4}"/>
                  </a:ext>
                </a:extLst>
              </p:cNvPr>
              <p:cNvSpPr/>
              <p:nvPr/>
            </p:nvSpPr>
            <p:spPr>
              <a:xfrm>
                <a:off x="12039" y="3120679"/>
                <a:ext cx="10082701" cy="1329275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推理策略：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	Beam Search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𝑏𝑒𝑎𝑚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=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𝑝𝑚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 X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MiSans" panose="02010600030101010101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	Progress Inference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MiSans" panose="02010600030101010101" charset="-122"/>
                  </a:rPr>
                  <a:t>：若进度下降则回退并重选动作</a:t>
                </a:r>
              </a:p>
            </p:txBody>
          </p:sp>
        </mc:Choice>
        <mc:Fallback>
          <p:sp>
            <p:nvSpPr>
              <p:cNvPr id="29" name="Text 9">
                <a:extLst>
                  <a:ext uri="{FF2B5EF4-FFF2-40B4-BE49-F238E27FC236}">
                    <a16:creationId xmlns:a16="http://schemas.microsoft.com/office/drawing/2014/main" id="{C9DE9792-C41F-4AE5-8D24-44941344B8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" y="3120679"/>
                <a:ext cx="10082701" cy="1329275"/>
              </a:xfrm>
              <a:prstGeom prst="rect">
                <a:avLst/>
              </a:prstGeom>
              <a:blipFill>
                <a:blip r:embed="rId3"/>
                <a:stretch>
                  <a:fillRect l="-544" b="-642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FB94354-AB08-4C6E-99BD-64D1F9DCD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4790085"/>
            <a:ext cx="115443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23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8620</TotalTime>
  <Words>269</Words>
  <Application>Microsoft Office PowerPoint</Application>
  <PresentationFormat>宽屏</PresentationFormat>
  <Paragraphs>34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Cambria Math</vt:lpstr>
      <vt:lpstr>Office Theme 2013 - 2022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810</cp:revision>
  <dcterms:created xsi:type="dcterms:W3CDTF">2022-11-14T06:38:00Z</dcterms:created>
  <dcterms:modified xsi:type="dcterms:W3CDTF">2025-11-27T03:54:28Z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